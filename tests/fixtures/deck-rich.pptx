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Заметка докладчика: не показывать клиенту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заметка</a:t>
            </a:r>
          </a:p>
          <a:p>
            <a:r>
              <a:t>вторая строка заметки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org/path?q=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Квартальный обзор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Подзаголовок: отдел безопасности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и 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Первый пункт</a:t>
            </a:r>
          </a:p>
          <a:p>
            <a:pPr lvl="1"/>
            <a:r>
              <a:t>Вложенный пункт A</a:t>
            </a:r>
          </a:p>
          <a:p>
            <a:pPr lvl="2"/>
            <a:r>
              <a:t>Ещё глубже</a:t>
            </a:r>
          </a:p>
          <a:p>
            <a:pPr/>
            <a:r>
              <a:t>Второй пункт</a:t>
            </a:r>
          </a:p>
          <a:p>
            <a:pPr lvl="1"/>
            <a:r>
              <a:t>Вложенный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Ссылки и текстовые поля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Перейти на сайт</a:t>
            </a:r>
          </a:p>
          <a:p>
            <a:r>
              <a:rPr b="1" i="1"/>
              <a:t>Жирный курсив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Текст под фигурой — латиница é ü ñ, kanji 日本語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Таблица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СКРЫТЫЙ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секретный текст скрытого слайда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Картинка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