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31EBFB2-2D61-4E41-897D-75CC9DDEEBE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360000" y="360000"/>
            <a:ext cx="540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Заметки докладчика к слайду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1FF675-B157-40E5-BA62-DEBFEBE7D4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745254-B687-41EB-8F3D-B9F38F9A7F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DF050EF-9BFB-4113-B5A7-E8D30CE4121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72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Заголовок первого слайда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20000" y="1800000"/>
            <a:ext cx="7200000" cy="32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Пункт один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Пункт два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72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Второй слайд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20000" y="2160000"/>
            <a:ext cx="36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Произвольное текстовое поле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